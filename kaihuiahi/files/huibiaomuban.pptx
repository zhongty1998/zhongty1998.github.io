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1682750"/>
            <a:ext cx="12193270" cy="2007235"/>
          </a:xfrm>
        </p:spPr>
        <p:txBody>
          <a:bodyPr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关于</a:t>
            </a:r>
            <a:r>
              <a:rPr lang="en-US" altLang="zh-CN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xxxx</a:t>
            </a:r>
            <a:r>
              <a:rPr lang="zh-CN" altLang="en-US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部门</a:t>
            </a:r>
            <a:r>
              <a:rPr lang="en-US" altLang="zh-CN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xxx</a:t>
            </a:r>
            <a:r>
              <a:rPr lang="zh-CN" altLang="en-US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会议</a:t>
            </a:r>
            <a:endParaRPr lang="zh-CN" altLang="en-US" b="1">
              <a:solidFill>
                <a:srgbClr val="FFFF00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-1270" y="4815205"/>
            <a:ext cx="12193270" cy="139890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20</a:t>
            </a:r>
            <a:r>
              <a:rPr lang="en-US" altLang="zh-CN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xx</a:t>
            </a:r>
            <a:r>
              <a:rPr lang="zh-CN" altLang="en-US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年</a:t>
            </a:r>
            <a:r>
              <a:rPr lang="en-US" altLang="zh-CN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xx</a:t>
            </a:r>
            <a:r>
              <a:rPr lang="zh-CN" altLang="en-US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月</a:t>
            </a:r>
            <a:r>
              <a:rPr lang="en-US" altLang="zh-CN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xx</a:t>
            </a:r>
            <a:r>
              <a:rPr lang="zh-CN" altLang="en-US" sz="3600" b="1">
                <a:solidFill>
                  <a:srgbClr val="FFFF00"/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ea"/>
              </a:rPr>
              <a:t>日</a:t>
            </a:r>
            <a:endParaRPr lang="zh-CN" altLang="en-US" sz="3600" b="1">
              <a:solidFill>
                <a:srgbClr val="FFFF00"/>
              </a:solidFill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方正小标宋简体</vt:lpstr>
      <vt:lpstr>微软雅黑</vt:lpstr>
      <vt:lpstr>Arial Unicode MS</vt:lpstr>
      <vt:lpstr>Calibri</vt:lpstr>
      <vt:lpstr>WPS</vt:lpstr>
      <vt:lpstr>濮东采油厂党委 树立和践行正确政绩观学习教育 读书班第一次集中学习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钟天韵</cp:lastModifiedBy>
  <cp:revision>161</cp:revision>
  <dcterms:created xsi:type="dcterms:W3CDTF">2026-03-08T01:24:00Z</dcterms:created>
  <dcterms:modified xsi:type="dcterms:W3CDTF">2026-08-12T09:28:17Z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2052-12.8.2.18606</vt:lpwstr>
  </property>
  <property fmtid="{D5CDD505-2E9C-101B-9397-08002B2CF9AE}" pid="3" name="ICV">
    <vt:lpwstr>463C45EFF1DD4AFC9B5565540C736BE7_13</vt:lpwstr>
  </property>
</Properties>
</file>